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66" r:id="rId5"/>
    <p:sldId id="265" r:id="rId6"/>
    <p:sldId id="264" r:id="rId7"/>
    <p:sldId id="263" r:id="rId8"/>
    <p:sldId id="262" r:id="rId9"/>
    <p:sldId id="261" r:id="rId10"/>
  </p:sldIdLst>
  <p:sldSz cx="21599525" cy="10799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02">
          <p15:clr>
            <a:srgbClr val="747775"/>
          </p15:clr>
        </p15:guide>
        <p15:guide id="2" pos="680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128" y="29"/>
      </p:cViewPr>
      <p:guideLst>
        <p:guide orient="horz" pos="3402"/>
        <p:guide pos="68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0b307b58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0b307b58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E91D4AD7-1B17-C874-01F1-08253C91F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7C24FBD9-8505-8074-0F6A-B237FF248F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B8603273-88AE-E7E5-C652-14D0A9DDBA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0602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96B486A2-5DE9-0C1B-8850-0B2ED8E91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D464D47C-9980-6403-A55B-5C2846AD53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914934C8-257E-BA20-478D-0FCAE44341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0846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CF858BFA-7411-F126-11FE-29E768AB1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EFCF0994-33AC-77DC-BAC1-56761EB2C5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E265051C-B49C-DFDE-E56F-107456F89C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8120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50b307b58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50b307b58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0b307b58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50b307b58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50b307b58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50b307b58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36319" y="1563412"/>
            <a:ext cx="20127600" cy="43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36299" y="5950919"/>
            <a:ext cx="20127600" cy="16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36299" y="4516220"/>
            <a:ext cx="20127600" cy="17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415118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36299" y="1166614"/>
            <a:ext cx="6633000" cy="158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36299" y="2917795"/>
            <a:ext cx="6633000" cy="66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58071" y="945197"/>
            <a:ext cx="15042000" cy="85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800000" y="-262"/>
            <a:ext cx="10800000" cy="10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27165" y="2589344"/>
            <a:ext cx="9555900" cy="31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27165" y="5885722"/>
            <a:ext cx="9555900" cy="25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668110" y="1520367"/>
            <a:ext cx="9063900" cy="77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36299" y="8883097"/>
            <a:ext cx="14170500" cy="12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36299" y="2322572"/>
            <a:ext cx="20127600" cy="412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36299" y="6618845"/>
            <a:ext cx="20127600" cy="27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838" y="4015113"/>
            <a:ext cx="19880325" cy="2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814250" y="3300663"/>
            <a:ext cx="19971500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68232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68157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67933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68424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67727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73286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" name="Google Shape;80;p1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1" name="Google Shape;81;p1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2" name="Google Shape;82;p1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3" name="Google Shape;83;p1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" name="Google Shape;84;p1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5" name="Google Shape;85;p1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1" name="Google Shape;91;p1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92;p15">
            <a:extLst>
              <a:ext uri="{FF2B5EF4-FFF2-40B4-BE49-F238E27FC236}">
                <a16:creationId xmlns:a16="http://schemas.microsoft.com/office/drawing/2014/main" id="{76BD3474-2B85-4E73-831C-83A3F22518DB}"/>
              </a:ext>
            </a:extLst>
          </p:cNvPr>
          <p:cNvSpPr/>
          <p:nvPr/>
        </p:nvSpPr>
        <p:spPr>
          <a:xfrm>
            <a:off x="9366071" y="1064518"/>
            <a:ext cx="2410800" cy="8610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3" name="Google Shape;92;p15">
            <a:extLst>
              <a:ext uri="{FF2B5EF4-FFF2-40B4-BE49-F238E27FC236}">
                <a16:creationId xmlns:a16="http://schemas.microsoft.com/office/drawing/2014/main" id="{EA762D88-7C31-8BC2-41E5-61D4C6D0D320}"/>
              </a:ext>
            </a:extLst>
          </p:cNvPr>
          <p:cNvSpPr/>
          <p:nvPr/>
        </p:nvSpPr>
        <p:spPr>
          <a:xfrm>
            <a:off x="167288" y="2693021"/>
            <a:ext cx="2410800" cy="101783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4" name="Google Shape;92;p15">
            <a:extLst>
              <a:ext uri="{FF2B5EF4-FFF2-40B4-BE49-F238E27FC236}">
                <a16:creationId xmlns:a16="http://schemas.microsoft.com/office/drawing/2014/main" id="{66B1E669-B1B7-9CD9-67FD-DB50F54C58C9}"/>
              </a:ext>
            </a:extLst>
          </p:cNvPr>
          <p:cNvSpPr/>
          <p:nvPr/>
        </p:nvSpPr>
        <p:spPr>
          <a:xfrm>
            <a:off x="9366071" y="4275820"/>
            <a:ext cx="2410800" cy="90720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5" name="Google Shape;92;p15">
            <a:extLst>
              <a:ext uri="{FF2B5EF4-FFF2-40B4-BE49-F238E27FC236}">
                <a16:creationId xmlns:a16="http://schemas.microsoft.com/office/drawing/2014/main" id="{B1353AE3-0322-1EA0-6F4B-39F69572C91C}"/>
              </a:ext>
            </a:extLst>
          </p:cNvPr>
          <p:cNvSpPr/>
          <p:nvPr/>
        </p:nvSpPr>
        <p:spPr>
          <a:xfrm>
            <a:off x="112578" y="5900133"/>
            <a:ext cx="2410800" cy="90720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6" name="Google Shape;92;p15">
            <a:extLst>
              <a:ext uri="{FF2B5EF4-FFF2-40B4-BE49-F238E27FC236}">
                <a16:creationId xmlns:a16="http://schemas.microsoft.com/office/drawing/2014/main" id="{97350CB3-C8E9-9C2B-114E-AC97EA650BF3}"/>
              </a:ext>
            </a:extLst>
          </p:cNvPr>
          <p:cNvSpPr/>
          <p:nvPr/>
        </p:nvSpPr>
        <p:spPr>
          <a:xfrm>
            <a:off x="133800" y="7476033"/>
            <a:ext cx="2410800" cy="90720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7" name="Google Shape;92;p15">
            <a:extLst>
              <a:ext uri="{FF2B5EF4-FFF2-40B4-BE49-F238E27FC236}">
                <a16:creationId xmlns:a16="http://schemas.microsoft.com/office/drawing/2014/main" id="{21FB17D4-3769-16A1-DDC7-0CC188953067}"/>
              </a:ext>
            </a:extLst>
          </p:cNvPr>
          <p:cNvSpPr/>
          <p:nvPr/>
        </p:nvSpPr>
        <p:spPr>
          <a:xfrm>
            <a:off x="167288" y="9051933"/>
            <a:ext cx="2410800" cy="90720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5E8E1D88-9359-787C-4365-A4EC23851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DF9DF619-EA8C-DAEC-61B8-E7F5C556C140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CD6E4182-DEFE-3DD5-3F4B-3F52D89807EA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FFF20533-26B8-ACC5-6B43-9817E7C4A788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03DE9513-4C86-81B3-7DB5-83F6D937E0F4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DE8DE382-468B-3E4C-EFC8-5DB49A17B413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706FABB3-7CFB-26E1-5F67-A879EF80B8E3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B4806DA7-B358-1BF5-4791-3F68061C6743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BFC7B421-7637-91CB-D74C-7A364E45C9E9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DEF95F02-90A6-89BE-9FD3-1A1136A27C4F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68232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C8EEFAEF-5717-BAB4-13E5-887D00982C1E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68157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59F86DB1-B53E-9175-0A97-310ECB29D6FA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67933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6C5FEF2D-F54D-3AC4-B723-EC5357AC60AC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68424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296D5708-3FD3-EDC4-221F-AA186F140E9C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67727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1BBFFADA-BD35-1C8D-DF7E-168D6DF45DF2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73286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" name="Google Shape;80;p15">
            <a:extLst>
              <a:ext uri="{FF2B5EF4-FFF2-40B4-BE49-F238E27FC236}">
                <a16:creationId xmlns:a16="http://schemas.microsoft.com/office/drawing/2014/main" id="{0084CA5C-2384-8345-2560-7664667953E7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1" name="Google Shape;81;p15">
            <a:extLst>
              <a:ext uri="{FF2B5EF4-FFF2-40B4-BE49-F238E27FC236}">
                <a16:creationId xmlns:a16="http://schemas.microsoft.com/office/drawing/2014/main" id="{EFD6BBF4-E26E-54DC-EACA-E02F63BD0453}"/>
              </a:ext>
            </a:extLst>
          </p:cNvPr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6538C93F-3B5B-E387-CA9A-6303FBF78046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3" name="Google Shape;83;p15">
            <a:extLst>
              <a:ext uri="{FF2B5EF4-FFF2-40B4-BE49-F238E27FC236}">
                <a16:creationId xmlns:a16="http://schemas.microsoft.com/office/drawing/2014/main" id="{548D61F0-3736-1EED-ADE6-31EB3E6407DE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" name="Google Shape;84;p15">
            <a:extLst>
              <a:ext uri="{FF2B5EF4-FFF2-40B4-BE49-F238E27FC236}">
                <a16:creationId xmlns:a16="http://schemas.microsoft.com/office/drawing/2014/main" id="{5FDECBDA-2AE9-1DA9-3F13-09EFF73C4F91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5" name="Google Shape;85;p15">
            <a:extLst>
              <a:ext uri="{FF2B5EF4-FFF2-40B4-BE49-F238E27FC236}">
                <a16:creationId xmlns:a16="http://schemas.microsoft.com/office/drawing/2014/main" id="{671DEFCB-39C3-F22D-DE39-6402D4C1C2F5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94C1C84F-8ECC-4F20-7344-55DAC5988B5E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92;p15">
            <a:extLst>
              <a:ext uri="{FF2B5EF4-FFF2-40B4-BE49-F238E27FC236}">
                <a16:creationId xmlns:a16="http://schemas.microsoft.com/office/drawing/2014/main" id="{7ED20944-8C3D-C17C-9C45-4D4C6B33B32B}"/>
              </a:ext>
            </a:extLst>
          </p:cNvPr>
          <p:cNvSpPr/>
          <p:nvPr/>
        </p:nvSpPr>
        <p:spPr>
          <a:xfrm>
            <a:off x="12395940" y="1280098"/>
            <a:ext cx="2410800" cy="8610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3" name="Google Shape;92;p15">
            <a:extLst>
              <a:ext uri="{FF2B5EF4-FFF2-40B4-BE49-F238E27FC236}">
                <a16:creationId xmlns:a16="http://schemas.microsoft.com/office/drawing/2014/main" id="{0CC05BBE-E864-3A50-008B-9FEC52D0C6C5}"/>
              </a:ext>
            </a:extLst>
          </p:cNvPr>
          <p:cNvSpPr/>
          <p:nvPr/>
        </p:nvSpPr>
        <p:spPr>
          <a:xfrm>
            <a:off x="9366071" y="2686900"/>
            <a:ext cx="2410800" cy="101783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4" name="Google Shape;92;p15">
            <a:extLst>
              <a:ext uri="{FF2B5EF4-FFF2-40B4-BE49-F238E27FC236}">
                <a16:creationId xmlns:a16="http://schemas.microsoft.com/office/drawing/2014/main" id="{330F433C-D560-8963-AE2A-D2D02088C461}"/>
              </a:ext>
            </a:extLst>
          </p:cNvPr>
          <p:cNvSpPr/>
          <p:nvPr/>
        </p:nvSpPr>
        <p:spPr>
          <a:xfrm>
            <a:off x="12395940" y="4564669"/>
            <a:ext cx="2410800" cy="90720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5" name="Google Shape;92;p15">
            <a:extLst>
              <a:ext uri="{FF2B5EF4-FFF2-40B4-BE49-F238E27FC236}">
                <a16:creationId xmlns:a16="http://schemas.microsoft.com/office/drawing/2014/main" id="{3BD334CB-97AE-2150-CF38-AAB0879AE16C}"/>
              </a:ext>
            </a:extLst>
          </p:cNvPr>
          <p:cNvSpPr/>
          <p:nvPr/>
        </p:nvSpPr>
        <p:spPr>
          <a:xfrm>
            <a:off x="9366071" y="5985352"/>
            <a:ext cx="2410800" cy="90720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6" name="Google Shape;92;p15">
            <a:extLst>
              <a:ext uri="{FF2B5EF4-FFF2-40B4-BE49-F238E27FC236}">
                <a16:creationId xmlns:a16="http://schemas.microsoft.com/office/drawing/2014/main" id="{035A1CA7-25DA-47A1-602F-5614D6CDD13B}"/>
              </a:ext>
            </a:extLst>
          </p:cNvPr>
          <p:cNvSpPr/>
          <p:nvPr/>
        </p:nvSpPr>
        <p:spPr>
          <a:xfrm>
            <a:off x="9366071" y="7500727"/>
            <a:ext cx="2410800" cy="90720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7" name="Google Shape;92;p15">
            <a:extLst>
              <a:ext uri="{FF2B5EF4-FFF2-40B4-BE49-F238E27FC236}">
                <a16:creationId xmlns:a16="http://schemas.microsoft.com/office/drawing/2014/main" id="{12A805F6-07C9-4026-957B-D714CEB758CC}"/>
              </a:ext>
            </a:extLst>
          </p:cNvPr>
          <p:cNvSpPr/>
          <p:nvPr/>
        </p:nvSpPr>
        <p:spPr>
          <a:xfrm>
            <a:off x="9366071" y="9100348"/>
            <a:ext cx="2410800" cy="90720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</p:spTree>
    <p:extLst>
      <p:ext uri="{BB962C8B-B14F-4D97-AF65-F5344CB8AC3E}">
        <p14:creationId xmlns:p14="http://schemas.microsoft.com/office/powerpoint/2010/main" val="1593149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7FB5F130-65D8-5782-2B32-79833485D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8FC202EB-DA46-1B76-CA79-25FA44F6DC99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636165B9-CB5F-6E0C-EDBD-164C2BA47629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7140354F-A744-6AFE-5FBA-FF8291230530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2EBF81EE-C581-A009-9D42-B988FBA7D238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2EEFF416-248D-D3E4-D2B8-63EA1918D4A7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7D551CF0-E7FE-C1A8-39EE-93145150DFE7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65CB07A3-4020-B470-E07B-17C9964967F6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55FB420C-9AA3-B477-DA45-2A4D43FB5876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13D44B8A-C5C2-403D-ACC6-F045513F7179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68232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6630192-62E6-704B-41EB-12B1842E09B3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68157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BEC265E5-4DBF-2770-F213-8C313DAB77FA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67933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B50E2492-9765-745D-B0CC-586811807708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68424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9C959F2C-0E69-1E48-EFA7-38F4254C52CC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67727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F17AFBAD-630E-F154-B3DB-D39A794E2235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73286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" name="Google Shape;80;p15">
            <a:extLst>
              <a:ext uri="{FF2B5EF4-FFF2-40B4-BE49-F238E27FC236}">
                <a16:creationId xmlns:a16="http://schemas.microsoft.com/office/drawing/2014/main" id="{1622EBF8-9707-DD14-D8C1-DAD062032655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1" name="Google Shape;81;p15">
            <a:extLst>
              <a:ext uri="{FF2B5EF4-FFF2-40B4-BE49-F238E27FC236}">
                <a16:creationId xmlns:a16="http://schemas.microsoft.com/office/drawing/2014/main" id="{7777141E-D8A9-5B2C-5B48-BF0D30968E61}"/>
              </a:ext>
            </a:extLst>
          </p:cNvPr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80202C95-0979-8EDE-4E1A-CAEDC8BDC9F9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3" name="Google Shape;83;p15">
            <a:extLst>
              <a:ext uri="{FF2B5EF4-FFF2-40B4-BE49-F238E27FC236}">
                <a16:creationId xmlns:a16="http://schemas.microsoft.com/office/drawing/2014/main" id="{E2BF9F6F-A237-02D8-2C24-32E6A0E10ED2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" name="Google Shape;84;p15">
            <a:extLst>
              <a:ext uri="{FF2B5EF4-FFF2-40B4-BE49-F238E27FC236}">
                <a16:creationId xmlns:a16="http://schemas.microsoft.com/office/drawing/2014/main" id="{315F952E-5145-1A29-0D31-286A6CD0FBBD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5" name="Google Shape;85;p15">
            <a:extLst>
              <a:ext uri="{FF2B5EF4-FFF2-40B4-BE49-F238E27FC236}">
                <a16:creationId xmlns:a16="http://schemas.microsoft.com/office/drawing/2014/main" id="{D34CA8B9-F492-2C46-A9C7-2BE7A6FD1095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48CB0B23-61AC-5E78-C35B-2FDB66203A32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92;p15">
            <a:extLst>
              <a:ext uri="{FF2B5EF4-FFF2-40B4-BE49-F238E27FC236}">
                <a16:creationId xmlns:a16="http://schemas.microsoft.com/office/drawing/2014/main" id="{BA06EE08-B58C-48C5-1A7E-7E2F6895B3B9}"/>
              </a:ext>
            </a:extLst>
          </p:cNvPr>
          <p:cNvSpPr/>
          <p:nvPr/>
        </p:nvSpPr>
        <p:spPr>
          <a:xfrm>
            <a:off x="18668888" y="1195531"/>
            <a:ext cx="2410800" cy="8610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3" name="Google Shape;92;p15">
            <a:extLst>
              <a:ext uri="{FF2B5EF4-FFF2-40B4-BE49-F238E27FC236}">
                <a16:creationId xmlns:a16="http://schemas.microsoft.com/office/drawing/2014/main" id="{FBC086C9-2F89-CDE7-74FE-8E620E695C9D}"/>
              </a:ext>
            </a:extLst>
          </p:cNvPr>
          <p:cNvSpPr/>
          <p:nvPr/>
        </p:nvSpPr>
        <p:spPr>
          <a:xfrm>
            <a:off x="12395940" y="2733921"/>
            <a:ext cx="2410800" cy="101783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4" name="Google Shape;92;p15">
            <a:extLst>
              <a:ext uri="{FF2B5EF4-FFF2-40B4-BE49-F238E27FC236}">
                <a16:creationId xmlns:a16="http://schemas.microsoft.com/office/drawing/2014/main" id="{C6188137-FC5A-EAE9-4F70-6265CBCCD62D}"/>
              </a:ext>
            </a:extLst>
          </p:cNvPr>
          <p:cNvSpPr/>
          <p:nvPr/>
        </p:nvSpPr>
        <p:spPr>
          <a:xfrm>
            <a:off x="18668888" y="4376169"/>
            <a:ext cx="2410800" cy="90720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5" name="Google Shape;92;p15">
            <a:extLst>
              <a:ext uri="{FF2B5EF4-FFF2-40B4-BE49-F238E27FC236}">
                <a16:creationId xmlns:a16="http://schemas.microsoft.com/office/drawing/2014/main" id="{82B5206C-73BB-4964-AF76-9576AACEB66C}"/>
              </a:ext>
            </a:extLst>
          </p:cNvPr>
          <p:cNvSpPr/>
          <p:nvPr/>
        </p:nvSpPr>
        <p:spPr>
          <a:xfrm>
            <a:off x="12592055" y="5901105"/>
            <a:ext cx="2410800" cy="90720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6" name="Google Shape;92;p15">
            <a:extLst>
              <a:ext uri="{FF2B5EF4-FFF2-40B4-BE49-F238E27FC236}">
                <a16:creationId xmlns:a16="http://schemas.microsoft.com/office/drawing/2014/main" id="{8911A043-CC82-C70B-8003-B6111CEC67BD}"/>
              </a:ext>
            </a:extLst>
          </p:cNvPr>
          <p:cNvSpPr/>
          <p:nvPr/>
        </p:nvSpPr>
        <p:spPr>
          <a:xfrm>
            <a:off x="12592055" y="7569932"/>
            <a:ext cx="2410800" cy="90720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7" name="Google Shape;92;p15">
            <a:extLst>
              <a:ext uri="{FF2B5EF4-FFF2-40B4-BE49-F238E27FC236}">
                <a16:creationId xmlns:a16="http://schemas.microsoft.com/office/drawing/2014/main" id="{8C3196C2-124D-7171-2EB7-28D252FA5317}"/>
              </a:ext>
            </a:extLst>
          </p:cNvPr>
          <p:cNvSpPr/>
          <p:nvPr/>
        </p:nvSpPr>
        <p:spPr>
          <a:xfrm>
            <a:off x="12592055" y="9050963"/>
            <a:ext cx="2410800" cy="90720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</p:spTree>
    <p:extLst>
      <p:ext uri="{BB962C8B-B14F-4D97-AF65-F5344CB8AC3E}">
        <p14:creationId xmlns:p14="http://schemas.microsoft.com/office/powerpoint/2010/main" val="2608090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76B0E7B2-13A8-B87A-7616-3BC095DD5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7F9F7AE4-BA0C-10CD-B76F-A3E06AEEBC2D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BDEA224-28DC-8EB7-2980-D93B4582DA0C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35629E4C-232E-BCB9-B073-BC343A4F4F24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8050A502-A4AF-D66A-3A03-64656ADD8BF2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DCE41275-8CD4-BFA0-125D-64248A69FAC6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E50D3F7F-9BB1-9F97-352D-77D2838EFCB5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F2467351-C302-AEC6-38DB-0DADA7AF71CF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D1319A2B-7550-FA46-FA28-6997DFCEA8CB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AC279334-C9F5-CC53-0DD3-546715B22623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68232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7C9ECB3-8173-7796-AC3B-00650798DF65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68157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3F6F5123-2EEB-C7BE-D96E-26B9D333896A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67933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59FDAB9D-87C0-1A55-656C-B281A7B2C5A4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68424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C00A2A19-94C2-F66E-0B3D-A4A4BDAA79C2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67727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3004FE5F-3261-0550-0EAD-450408E721AF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73286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" name="Google Shape;80;p15">
            <a:extLst>
              <a:ext uri="{FF2B5EF4-FFF2-40B4-BE49-F238E27FC236}">
                <a16:creationId xmlns:a16="http://schemas.microsoft.com/office/drawing/2014/main" id="{EBCEE1D7-EAFE-0F74-6A0B-D47D39EDF2D6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1" name="Google Shape;81;p15">
            <a:extLst>
              <a:ext uri="{FF2B5EF4-FFF2-40B4-BE49-F238E27FC236}">
                <a16:creationId xmlns:a16="http://schemas.microsoft.com/office/drawing/2014/main" id="{635FD6FA-64E4-D5E8-CC2A-9F763B54D0AB}"/>
              </a:ext>
            </a:extLst>
          </p:cNvPr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A3FD5BC0-3125-DF5D-ADA0-400B231B84DA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3" name="Google Shape;83;p15">
            <a:extLst>
              <a:ext uri="{FF2B5EF4-FFF2-40B4-BE49-F238E27FC236}">
                <a16:creationId xmlns:a16="http://schemas.microsoft.com/office/drawing/2014/main" id="{C2EE1565-1079-6F29-5FCC-E9409971F3F0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" name="Google Shape;84;p15">
            <a:extLst>
              <a:ext uri="{FF2B5EF4-FFF2-40B4-BE49-F238E27FC236}">
                <a16:creationId xmlns:a16="http://schemas.microsoft.com/office/drawing/2014/main" id="{D66EF668-B937-E4CC-0E3F-9851259C28DE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5" name="Google Shape;85;p15">
            <a:extLst>
              <a:ext uri="{FF2B5EF4-FFF2-40B4-BE49-F238E27FC236}">
                <a16:creationId xmlns:a16="http://schemas.microsoft.com/office/drawing/2014/main" id="{AFFB2390-3044-EE33-E555-4D1DAF1CC1DF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D7FC51A2-227E-5ECB-0156-134390E78363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92;p15">
            <a:extLst>
              <a:ext uri="{FF2B5EF4-FFF2-40B4-BE49-F238E27FC236}">
                <a16:creationId xmlns:a16="http://schemas.microsoft.com/office/drawing/2014/main" id="{456195D3-15D3-BEDC-FECE-3AE7DFC97442}"/>
              </a:ext>
            </a:extLst>
          </p:cNvPr>
          <p:cNvSpPr/>
          <p:nvPr/>
        </p:nvSpPr>
        <p:spPr>
          <a:xfrm>
            <a:off x="18725151" y="1242694"/>
            <a:ext cx="2410800" cy="8610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3" name="Google Shape;92;p15">
            <a:extLst>
              <a:ext uri="{FF2B5EF4-FFF2-40B4-BE49-F238E27FC236}">
                <a16:creationId xmlns:a16="http://schemas.microsoft.com/office/drawing/2014/main" id="{15759B69-7CB4-EA8F-EB6C-1B5D9F0E9ED8}"/>
              </a:ext>
            </a:extLst>
          </p:cNvPr>
          <p:cNvSpPr/>
          <p:nvPr/>
        </p:nvSpPr>
        <p:spPr>
          <a:xfrm>
            <a:off x="18725151" y="2616188"/>
            <a:ext cx="2410800" cy="101783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4" name="Google Shape;92;p15">
            <a:extLst>
              <a:ext uri="{FF2B5EF4-FFF2-40B4-BE49-F238E27FC236}">
                <a16:creationId xmlns:a16="http://schemas.microsoft.com/office/drawing/2014/main" id="{99143FD6-01AB-D4C6-9D1A-5A2763F9505A}"/>
              </a:ext>
            </a:extLst>
          </p:cNvPr>
          <p:cNvSpPr/>
          <p:nvPr/>
        </p:nvSpPr>
        <p:spPr>
          <a:xfrm>
            <a:off x="18725151" y="4263159"/>
            <a:ext cx="2410800" cy="90720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5" name="Google Shape;92;p15">
            <a:extLst>
              <a:ext uri="{FF2B5EF4-FFF2-40B4-BE49-F238E27FC236}">
                <a16:creationId xmlns:a16="http://schemas.microsoft.com/office/drawing/2014/main" id="{DCD38A7F-897F-3CD5-B587-B46FF541CA45}"/>
              </a:ext>
            </a:extLst>
          </p:cNvPr>
          <p:cNvSpPr/>
          <p:nvPr/>
        </p:nvSpPr>
        <p:spPr>
          <a:xfrm>
            <a:off x="18725151" y="5983695"/>
            <a:ext cx="2410800" cy="90720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6" name="Google Shape;92;p15">
            <a:extLst>
              <a:ext uri="{FF2B5EF4-FFF2-40B4-BE49-F238E27FC236}">
                <a16:creationId xmlns:a16="http://schemas.microsoft.com/office/drawing/2014/main" id="{2360E698-A044-22AA-B3D5-D3B03F0FC509}"/>
              </a:ext>
            </a:extLst>
          </p:cNvPr>
          <p:cNvSpPr/>
          <p:nvPr/>
        </p:nvSpPr>
        <p:spPr>
          <a:xfrm>
            <a:off x="18668888" y="7428069"/>
            <a:ext cx="2410800" cy="90720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  <p:sp>
        <p:nvSpPr>
          <p:cNvPr id="7" name="Google Shape;92;p15">
            <a:extLst>
              <a:ext uri="{FF2B5EF4-FFF2-40B4-BE49-F238E27FC236}">
                <a16:creationId xmlns:a16="http://schemas.microsoft.com/office/drawing/2014/main" id="{8FCF2A13-1479-FF20-C7C7-1BA3B2CCA3A6}"/>
              </a:ext>
            </a:extLst>
          </p:cNvPr>
          <p:cNvSpPr/>
          <p:nvPr/>
        </p:nvSpPr>
        <p:spPr>
          <a:xfrm>
            <a:off x="18668888" y="9051933"/>
            <a:ext cx="2410800" cy="90720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Conhecer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arranjar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ideias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user stories.</a:t>
            </a:r>
          </a:p>
        </p:txBody>
      </p:sp>
    </p:spTree>
    <p:extLst>
      <p:ext uri="{BB962C8B-B14F-4D97-AF65-F5344CB8AC3E}">
        <p14:creationId xmlns:p14="http://schemas.microsoft.com/office/powerpoint/2010/main" val="3521160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/>
          <p:nvPr/>
        </p:nvSpPr>
        <p:spPr>
          <a:xfrm>
            <a:off x="814250" y="3300663"/>
            <a:ext cx="19957567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1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1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#1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#2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#3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#4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#5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#6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4" name="Google Shape;204;p1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1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1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0" name="Google Shape;210;p19"/>
          <p:cNvSpPr/>
          <p:nvPr/>
        </p:nvSpPr>
        <p:spPr>
          <a:xfrm>
            <a:off x="167300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US1: [...]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6281475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US1: [...]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18668900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T1: [...]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6281475" y="404265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0C34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US1: [...]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12395950" y="39536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0C34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T2: [...]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15" name="Google Shape;215;p1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6" name="Google Shape;216;p19"/>
          <p:cNvSpPr/>
          <p:nvPr/>
        </p:nvSpPr>
        <p:spPr>
          <a:xfrm>
            <a:off x="140775" y="26869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US2: [...]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Google Shape;159;p18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" name="Google Shape;160;p18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#1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#2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#3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#4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#5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#6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73" name="Google Shape;173;p18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4" name="Google Shape;174;p18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5" name="Google Shape;175;p18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6" name="Google Shape;176;p18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18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18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9" name="Google Shape;179;p18"/>
          <p:cNvSpPr/>
          <p:nvPr/>
        </p:nvSpPr>
        <p:spPr>
          <a:xfrm>
            <a:off x="167300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US1: [...]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6281475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US1: [...]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15532400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T1: [...]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6281475" y="404265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0C34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US1: [...]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12395950" y="39536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0C34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T2: [...]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84" name="Google Shape;184;p18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5" name="Google Shape;185;p18"/>
          <p:cNvSpPr/>
          <p:nvPr/>
        </p:nvSpPr>
        <p:spPr>
          <a:xfrm>
            <a:off x="140775" y="26869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US2: [...]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442</Words>
  <Application>Microsoft Office PowerPoint</Application>
  <PresentationFormat>Custom</PresentationFormat>
  <Paragraphs>116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Consolas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Marcio Filipe Graca Paiva</cp:lastModifiedBy>
  <cp:revision>3</cp:revision>
  <dcterms:modified xsi:type="dcterms:W3CDTF">2025-10-19T16:59:13Z</dcterms:modified>
</cp:coreProperties>
</file>